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963C"/>
          </a:solidFill>
          <a:ln/>
        </p:spPr>
      </p:sp>
      <p:pic>
        <p:nvPicPr>
          <p:cNvPr id="3" name="Image 0" descr="/sessions/sharp-wizardly-babbage/mnt/alltagsengel/social-media-grafiken/logo-transpar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29000" y="457200"/>
            <a:ext cx="2286000" cy="228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JETZT NEU IM APP STORE!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Suche nach „AlltagsEngel" im 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</a:t>
            </a:r>
            <a:pPr algn="ctr" indent="0" marL="0">
              <a:buNone/>
            </a:pPr>
            <a:r>
              <a:rPr lang="en-US" sz="2000" dirty="0">
                <a:solidFill>
                  <a:srgbClr val="C9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oder 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Play Store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1371600" y="4114800"/>
            <a:ext cx="2011680" cy="457200"/>
          </a:xfrm>
          <a:prstGeom prst="rect">
            <a:avLst/>
          </a:prstGeom>
          <a:solidFill>
            <a:srgbClr val="C9963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371600" y="4114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Alltagsbegleitung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0" y="4114800"/>
            <a:ext cx="2011680" cy="457200"/>
          </a:xfrm>
          <a:prstGeom prst="rect">
            <a:avLst/>
          </a:prstGeom>
          <a:solidFill>
            <a:srgbClr val="C9963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657600" y="4114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Krankenfahrten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3600" y="4114800"/>
            <a:ext cx="2011680" cy="457200"/>
          </a:xfrm>
          <a:prstGeom prst="rect">
            <a:avLst/>
          </a:prstGeom>
          <a:solidFill>
            <a:srgbClr val="C9963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943600" y="4114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Engel werden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6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Kostenlos für iPhone &amp; Android  •  www.alltagsengel.care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9963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1  •  INSTAGRAM FEED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Für Kunden &amp; Familien</a:t>
            </a:r>
            <a:endParaRPr lang="en-US" sz="1800" dirty="0"/>
          </a:p>
        </p:txBody>
      </p:sp>
      <p:pic>
        <p:nvPicPr>
          <p:cNvPr id="5" name="Image 0" descr="/sessions/sharp-wizardly-babbage/mnt/alltagsengel/social-media-grafiken/logo-transpar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89520" y="137160"/>
            <a:ext cx="91440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371600"/>
            <a:ext cx="73152" cy="320040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46304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6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Wusstest du, dass die Pflegekasse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6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jeden Monat 131 € zahlt?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" y="23774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Einkaufen, Arztbesuche, Gesellschaft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Zertifizierte Begleiter in deiner Nähe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Direkte Abrechnung mit der Pflegekasse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100 % Versicherungsschutz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" y="3794760"/>
            <a:ext cx="7589520" cy="54864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7947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 oder Play Store → „AlltagsEngel" suchen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#AlltagsEngel  #Pflegekasse  #Entlastungsbetrag  #45bSGBXI  #Frankfurt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1010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2  •  TIKTOK / INSTAGRAM REEL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Emotionaler Video Hook</a:t>
            </a:r>
            <a:endParaRPr lang="en-US" sz="1800" dirty="0"/>
          </a:p>
        </p:txBody>
      </p:sp>
      <p:pic>
        <p:nvPicPr>
          <p:cNvPr id="5" name="Image 0" descr="/sessions/sharp-wizardly-babbage/mnt/alltagsengel/social-media-grafiken/logo-transpar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89520" y="137160"/>
            <a:ext cx="91440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8229600" cy="301752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371600"/>
            <a:ext cx="73152" cy="3017520"/>
          </a:xfrm>
          <a:prstGeom prst="rect">
            <a:avLst/>
          </a:prstGeom>
          <a:solidFill>
            <a:srgbClr val="25F4EE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463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"Deine Oma sitzt alleine zu Hause?"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22960" y="210312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5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0-3 Sek: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POV-Text Hook — emotionaler Einstieg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5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3-7 Sek: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Schnitt: Engel klingelt, lächelt, hilft beim Einkaufen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5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7-12 Sek: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Text-Overlay: "131 €/Monat — von der Pflegekasse"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5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12-15 Sek: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End-Screen: Logo + "AlltagsEngel" im App Store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3703320"/>
            <a:ext cx="7589520" cy="457200"/>
          </a:xfrm>
          <a:prstGeom prst="rect">
            <a:avLst/>
          </a:prstGeom>
          <a:solidFill>
            <a:srgbClr val="25F4EE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7033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9:16 Format  •  15 Sek.  •  Trend-Sound  •  Untertitel  •  Zielgruppe: 25-55 Jahre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 „AlltagsEngel" im App Store oder Google Play suchen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3  •  GOOGLE ADS STARTEN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Responsive Search Ads</a:t>
            </a:r>
            <a:endParaRPr lang="en-US" sz="1800" dirty="0"/>
          </a:p>
        </p:txBody>
      </p:sp>
      <p:pic>
        <p:nvPicPr>
          <p:cNvPr id="5" name="Image 0" descr="/sessions/sharp-wizardly-babbage/mnt/alltagsengel/social-media-grafiken/logo-transpar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89520" y="137160"/>
            <a:ext cx="91440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371600"/>
            <a:ext cx="73152" cy="32004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KAMPAGNE: KUNDE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192024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Alltagsbegleitung Frankfurt
</a:t>
            </a:r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131 €/Monat von Pflegekasse
</a:t>
            </a:r>
            <a:pPr indent="0" marL="0">
              <a:buNone/>
            </a:pPr>
            <a:r>
              <a:rPr lang="en-US" sz="1400" b="1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AlltagsEngel App laden
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Einkaufen, Arztbesuche, Gesellschaft — Pflegekasse zahlt. Jetzt die kostenlose App laden!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371600"/>
            <a:ext cx="73152" cy="320040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KAMPAGNE: KRANKENFAHRTEN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0" y="192024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Krankenfahrten Frankfurt
</a:t>
            </a:r>
            <a:pPr indent="0" marL="0">
              <a:buNone/>
            </a:pPr>
            <a:r>
              <a:rPr lang="en-US" sz="1400" b="1" dirty="0">
                <a:solidFill>
                  <a:srgbClr val="C9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Krankenkasse übernimmt
</a:t>
            </a:r>
            <a:pPr indent="0" marL="0">
              <a:buNone/>
            </a:pPr>
            <a:r>
              <a:rPr lang="en-US" sz="1400" b="1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Buchbar per App
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Arzt-, Dialyse- und Klinikfahrten. Direkte Kassenabrechnung. App jetzt laden!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Keywords: alltagsbegleitung, 45b entlastungsleistungen, krankenfahrten frankfurt, dialysefahrten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4  •  INSTAGRAM + TIKTOK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Engel Recruiting</a:t>
            </a:r>
            <a:endParaRPr lang="en-US" sz="1800" dirty="0"/>
          </a:p>
        </p:txBody>
      </p:sp>
      <p:pic>
        <p:nvPicPr>
          <p:cNvPr id="5" name="Image 0" descr="/sessions/sharp-wizardly-babbage/mnt/alltagsengel/social-media-grafiken/logo-transpar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89520" y="137160"/>
            <a:ext cx="91440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371600"/>
            <a:ext cx="73152" cy="320040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46304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6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Werde AlltagsEngel!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6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20 €/Stunde • Flexible Zeiten • 100 % versichert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23774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Aufträge in deiner Region per App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Voller Haftpflichtschutz über die Plattform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Automatische Abrechnung — kein Papierkram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Community mit 1.200+ zertifizierten Engeln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" y="3794760"/>
            <a:ext cx="7589520" cy="54864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7947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„AlltagsEngel" im App Store suchen und registrieren!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#AlltagsEngel  #Alltagsbegleiter  #JobFrankfurt  #FlexiblerJob  #20EuroStunde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1010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5  •  TIKTOK LISTICLE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Dinge die Pflegekasse zahlt</a:t>
            </a:r>
            <a:endParaRPr lang="en-US" sz="1800" dirty="0"/>
          </a:p>
        </p:txBody>
      </p:sp>
      <p:pic>
        <p:nvPicPr>
          <p:cNvPr id="5" name="Image 0" descr="/sessions/sharp-wizardly-babbage/mnt/alltagsengel/social-media-grafiken/logo-transpar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89520" y="137160"/>
            <a:ext cx="91440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463040"/>
            <a:ext cx="640080" cy="64008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463040" y="14173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Einkaufsbegleitung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63040" y="17830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Gemeinsam statt allein zum Supermarkt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" y="2468880"/>
            <a:ext cx="640080" cy="64008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463040" y="24231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Arztbegleitung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463040" y="2788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 und begleitet zum Termin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3383280"/>
            <a:ext cx="8229600" cy="82296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0080" y="3474720"/>
            <a:ext cx="640080" cy="64008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1463040" y="34290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Gesellschaft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463040" y="37947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Gegen Einsamkeit — für Lebensfreude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„AlltagsEngel" im App Store oder Google Play suchen!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9:16 Format  •  20 Sek.  •  Schnelle Schnitte  •  Text-Overlays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6  •  INSTAGRAM KARUSSELL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Alle 3 Services — Komplett-Übersicht</a:t>
            </a:r>
            <a:endParaRPr lang="en-US" sz="1800" dirty="0"/>
          </a:p>
        </p:txBody>
      </p:sp>
      <p:pic>
        <p:nvPicPr>
          <p:cNvPr id="5" name="Image 0" descr="/sessions/sharp-wizardly-babbage/mnt/alltagsengel/social-media-grafiken/logo-transpar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89520" y="137160"/>
            <a:ext cx="91440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371600"/>
            <a:ext cx="2560320" cy="73152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6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Alltagsbegleitung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2103120"/>
            <a:ext cx="2011680" cy="45720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103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131 €/Monat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" y="27432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Einkaufen • Arztbesuche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Gesellschaft • Haushalt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9184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1371600"/>
            <a:ext cx="2560320" cy="73152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14" name="Text 11"/>
          <p:cNvSpPr/>
          <p:nvPr/>
        </p:nvSpPr>
        <p:spPr>
          <a:xfrm>
            <a:off x="329184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6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Krankenfahrten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566160" y="2103120"/>
            <a:ext cx="2011680" cy="45720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16" name="Text 13"/>
          <p:cNvSpPr/>
          <p:nvPr/>
        </p:nvSpPr>
        <p:spPr>
          <a:xfrm>
            <a:off x="3566160" y="2103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Kasse zahlt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474720" y="27432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Arzt • Dialyse • Klinik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buchbar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2648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126480" y="1371600"/>
            <a:ext cx="2560320" cy="73152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20" name="Text 17"/>
          <p:cNvSpPr/>
          <p:nvPr/>
        </p:nvSpPr>
        <p:spPr>
          <a:xfrm>
            <a:off x="612648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6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Engel werden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0" y="2103120"/>
            <a:ext cx="2011680" cy="45720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0" y="2103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20 €/Stunde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309360" y="27432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Zeiten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100 % versichert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„AlltagsEngel" im App Store oder Play Store suchen!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6-TAGE KAMPAGNENPLAN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Woche „AlltagsEngel" App bewerben!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1097280" cy="50292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45920" y="1353312"/>
            <a:ext cx="2011680" cy="347472"/>
          </a:xfrm>
          <a:prstGeom prst="rect">
            <a:avLst/>
          </a:prstGeom>
          <a:solidFill>
            <a:srgbClr val="833AB4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1353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Feed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0" y="12801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Entlastungsbetrag 131 € — Kunde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8229600" cy="5029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874520"/>
            <a:ext cx="1097280" cy="50292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8745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45920" y="1947672"/>
            <a:ext cx="2011680" cy="347472"/>
          </a:xfrm>
          <a:prstGeom prst="rect">
            <a:avLst/>
          </a:prstGeom>
          <a:solidFill>
            <a:srgbClr val="010101"/>
          </a:solidFill>
          <a:ln/>
        </p:spPr>
      </p:sp>
      <p:sp>
        <p:nvSpPr>
          <p:cNvPr id="15" name="Text 13"/>
          <p:cNvSpPr/>
          <p:nvPr/>
        </p:nvSpPr>
        <p:spPr>
          <a:xfrm>
            <a:off x="1645920" y="19476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/ Reel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0" y="18745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POV: Oma braucht Hilfe — Emotional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8229600" cy="5029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468880"/>
            <a:ext cx="1097280" cy="50292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468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645920" y="2542032"/>
            <a:ext cx="2011680" cy="34747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Text 19"/>
          <p:cNvSpPr/>
          <p:nvPr/>
        </p:nvSpPr>
        <p:spPr>
          <a:xfrm>
            <a:off x="1645920" y="25420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0" y="24688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Kampagnen starten — Kunde + Krankenfahrten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063240"/>
            <a:ext cx="8229600" cy="5029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3063240"/>
            <a:ext cx="1097280" cy="50292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0632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645920" y="3136392"/>
            <a:ext cx="2011680" cy="347472"/>
          </a:xfrm>
          <a:prstGeom prst="rect">
            <a:avLst/>
          </a:prstGeom>
          <a:solidFill>
            <a:srgbClr val="833AB4"/>
          </a:solidFill>
          <a:ln/>
        </p:spPr>
      </p:sp>
      <p:sp>
        <p:nvSpPr>
          <p:cNvPr id="27" name="Text 25"/>
          <p:cNvSpPr/>
          <p:nvPr/>
        </p:nvSpPr>
        <p:spPr>
          <a:xfrm>
            <a:off x="1645920" y="31363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+ TikTok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0" y="30632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Engel Recruiting — 20 €/Std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657600"/>
            <a:ext cx="8229600" cy="5029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3657600"/>
            <a:ext cx="1097280" cy="50292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6576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5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645920" y="3730752"/>
            <a:ext cx="2011680" cy="347472"/>
          </a:xfrm>
          <a:prstGeom prst="rect">
            <a:avLst/>
          </a:prstGeom>
          <a:solidFill>
            <a:srgbClr val="010101"/>
          </a:solidFill>
          <a:ln/>
        </p:spPr>
      </p:sp>
      <p:sp>
        <p:nvSpPr>
          <p:cNvPr id="33" name="Text 31"/>
          <p:cNvSpPr/>
          <p:nvPr/>
        </p:nvSpPr>
        <p:spPr>
          <a:xfrm>
            <a:off x="1645920" y="37307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840480" y="36576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Dinge die Pflegekasse zahlt — Listicle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36" name="Shape 34"/>
          <p:cNvSpPr/>
          <p:nvPr/>
        </p:nvSpPr>
        <p:spPr>
          <a:xfrm>
            <a:off x="457200" y="4251960"/>
            <a:ext cx="1097280" cy="50292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2519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6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645920" y="4325112"/>
            <a:ext cx="2011680" cy="347472"/>
          </a:xfrm>
          <a:prstGeom prst="rect">
            <a:avLst/>
          </a:prstGeom>
          <a:solidFill>
            <a:srgbClr val="833AB4"/>
          </a:solidFill>
          <a:ln/>
        </p:spPr>
      </p:sp>
      <p:sp>
        <p:nvSpPr>
          <p:cNvPr id="39" name="Text 37"/>
          <p:cNvSpPr/>
          <p:nvPr/>
        </p:nvSpPr>
        <p:spPr>
          <a:xfrm>
            <a:off x="1645920" y="43251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Karussell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840480" y="42519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3 Services — Komplett-Übersicht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www.alltagsengel.care  •  Kostenlos im App Store &amp; Google Play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AlltagsEngel - 6 Tage Social Media Kampagne</dc:title>
  <dc:subject>PptxGenJS Presentation</dc:subject>
  <dc:creator>AlltagsEngel</dc:creator>
  <cp:lastModifiedBy>AlltagsEngel</cp:lastModifiedBy>
  <cp:revision>1</cp:revision>
  <dcterms:created xsi:type="dcterms:W3CDTF">2026-04-11T19:04:13Z</dcterms:created>
  <dcterms:modified xsi:type="dcterms:W3CDTF">2026-04-11T19:04:13Z</dcterms:modified>
</cp:coreProperties>
</file>