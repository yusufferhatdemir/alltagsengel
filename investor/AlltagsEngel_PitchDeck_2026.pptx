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(haftungsbeschränkt) · HRB 140351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pic>
        <p:nvPicPr>
          <p:cNvPr id="23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 für Alltag und Entlastung.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pic>
        <p:nvPicPr>
          <p:cNvPr id="24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Engel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pic>
        <p:nvPicPr>
          <p:cNvPr id="24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pic>
        <p:nvPicPr>
          <p:cNvPr id="4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4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UG-Gründung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 (haftungsbeschränkt) eingetragen — HRB 140351,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pic>
        <p:nvPicPr>
          <p:cNvPr id="28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pic>
        <p:nvPicPr>
          <p:cNvPr id="38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0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Kassen-abgerechnet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pic>
        <p:nvPicPr>
          <p:cNvPr id="3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6060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YFD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Ferhat Demir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pic>
        <p:nvPicPr>
          <p:cNvPr id="31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6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pic>
        <p:nvPicPr>
          <p:cNvPr id="26" name="Image 0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68" y="3675888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38 %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04672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(4 Hires)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4672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Ops, 2× Care-Mgr, Growth, Partner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026664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912" y="367588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26664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22 %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3099816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099816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Apotheken, PR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321808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3675888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21808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11 %</a:t>
            </a:r>
            <a:endParaRPr lang="en-US" sz="2800" dirty="0"/>
          </a:p>
        </p:txBody>
      </p:sp>
      <p:sp>
        <p:nvSpPr>
          <p:cNvPr id="19" name="Text 14"/>
          <p:cNvSpPr/>
          <p:nvPr/>
        </p:nvSpPr>
        <p:spPr>
          <a:xfrm>
            <a:off x="5394960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Gründer-Gehalt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5394960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F. Demir, CEO/CTO · 6 T€/Mon brutto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7616952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3675888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16952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11 %</a:t>
            </a:r>
            <a:endParaRPr lang="en-US" sz="2800" dirty="0"/>
          </a:p>
        </p:txBody>
      </p:sp>
      <p:sp>
        <p:nvSpPr>
          <p:cNvPr id="24" name="Text 18"/>
          <p:cNvSpPr/>
          <p:nvPr/>
        </p:nvSpPr>
        <p:spPr>
          <a:xfrm>
            <a:off x="7690104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690104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Q1/27 + Düsseldorf Q3/27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9912096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344" y="3675888"/>
            <a:ext cx="475488" cy="4754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912096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18 %</a:t>
            </a:r>
            <a:endParaRPr lang="en-US" sz="2800" dirty="0"/>
          </a:p>
        </p:txBody>
      </p:sp>
      <p:sp>
        <p:nvSpPr>
          <p:cNvPr id="29" name="Text 22"/>
          <p:cNvSpPr/>
          <p:nvPr/>
        </p:nvSpPr>
        <p:spPr>
          <a:xfrm>
            <a:off x="9985248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Tech, Setup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9985248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· Büro · Auto · Recht · Puffer</a:t>
            </a:r>
            <a:endParaRPr lang="en-US" sz="850" dirty="0"/>
          </a:p>
        </p:txBody>
      </p:sp>
      <p:sp>
        <p:nvSpPr>
          <p:cNvPr id="31" name="Text 24"/>
          <p:cNvSpPr/>
          <p:nvPr/>
        </p:nvSpPr>
        <p:spPr>
          <a:xfrm>
            <a:off x="731520" y="557784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Ops-Bucket:  Tech &amp; Infrastruktur 6,0 %  ·  Recht/Notar/Versicherung 3,2 %  ·  Büro &amp; Co-Working 2,2 %  ·  Firmenwagen 1,8 %  ·  Puffer 5,0 %</a:t>
            </a:r>
            <a:endParaRPr lang="en-US" sz="950" dirty="0"/>
          </a:p>
        </p:txBody>
      </p:sp>
      <p:sp>
        <p:nvSpPr>
          <p:cNvPr id="32" name="Text 25"/>
          <p:cNvSpPr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pic>
        <p:nvPicPr>
          <p:cNvPr id="41" name="Image 10" descr="logo-ma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2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Alltagshilfe und Entlastung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info@alltagsengel.care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(haftungsbeschränkt) · HRB 140351 · Neue Mainzer Straße 66-68, 60311 Frankfurt a. M.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2026-04-22T21:07:57Z</dcterms:created>
  <dcterms:modified xsi:type="dcterms:W3CDTF">2026-04-22T21:07:58Z</dcterms:modified>
</cp:coreProperties>
</file>