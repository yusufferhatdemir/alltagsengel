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(haftungsbeschränkt) · HRB 140351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pic>
        <p:nvPicPr>
          <p:cNvPr id="23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 für Alltag und Entlastung.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pic>
        <p:nvPicPr>
          <p:cNvPr id="24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Engel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pic>
        <p:nvPicPr>
          <p:cNvPr id="24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pic>
        <p:nvPicPr>
          <p:cNvPr id="4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4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UG-Gründung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 (haftungsbeschränkt) eingetragen — HRB 140351,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pic>
        <p:nvPicPr>
          <p:cNvPr id="28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pic>
        <p:nvPicPr>
          <p:cNvPr id="38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0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Kassen-abgerechnet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pic>
        <p:nvPicPr>
          <p:cNvPr id="3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6060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YFD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Ferhat Demir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pic>
        <p:nvPicPr>
          <p:cNvPr id="31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6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pic>
        <p:nvPicPr>
          <p:cNvPr id="26" name="Image 0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8862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Team-Aufbau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Care, Growth, Partner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584448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8862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4448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721608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721608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TV-regional, SEO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37376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3886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574536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74536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+ Düsseldorf Launches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90304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1864" y="388620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0304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10 %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427464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Ops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427464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Abrechnungs-Engine, KI-Matching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9" name="Text 22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pic>
        <p:nvPicPr>
          <p:cNvPr id="41" name="Image 10" descr="logo-ma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2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Alltagshilfe und Entlastung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info@alltagsengel.care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(haftungsbeschränkt) · HRB 140351 · Frankfurt am Main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2026-04-21T00:10:37Z</dcterms:created>
  <dcterms:modified xsi:type="dcterms:W3CDTF">2026-04-21T00:10:37Z</dcterms:modified>
</cp:coreProperties>
</file>