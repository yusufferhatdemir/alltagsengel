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AlltagsEngel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Herz für dich da</a:t>
            </a:r>
            <a:endParaRPr lang="en-US" sz="2800" dirty="0"/>
          </a:p>
          <a:p>
            <a:pPr algn="l" indent="0" marL="0">
              <a:buNone/>
            </a:pP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Altenpflege-Lücke in Deutschland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 im Pflegemarkt: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09728" cy="1097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 Millionen pflegebedürftige Menschen in Deutschland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09728" cy="1097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§45b-Budget wird nur zu 40% ausgeschöpft (€7,44B vorhanden, nur €3B genutzt)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09728" cy="1097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Mangel an zugänglichen Plattformen für Alltagsbegleiter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109728" cy="1097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Traditionelle Agenturen sind teuer und ineffizient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09728" cy="109728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Lücke zwischen Senioren und Betreuungsangeboten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47472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€7,44B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212080" y="4114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Ungenutzte §45b-Budget pro Jahr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Unsere Lösung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digitale Plattform mit Herz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12"/>
                </a:solidFill>
              </a:rPr>
              <a:t>AlltagsEngel verbindet: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Senioren &amp; Pflegebedürftige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Einfache Buchung von Alltagsbegleitern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Sicherheit durch zertifizierte Fachkräfte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Kostenlos durch §45b-Versicherung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24/7 Kundensupport auf Deutsch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💪 Zertifizierte Alltagsbegleiter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Flexible Arbeit mit eigenem Zeitplan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Faire Bezahlung pro Einsatz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Einfache Verwaltung von Buchungen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Sichere Zahlungsabwicklung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Marktpotenzial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Gigantischer Wachstumsmarkt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€50B+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Gesamtmarkt Altenpflege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€7,44B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§45b-Budget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€150M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Realistisches Jahr 5 Ziel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Markttrends: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20040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Demografischer Wandel: Zahl der über 65-Jährigen steigt kontinuierlich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65760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40% des §45b-Budgets wird derzeit genutzt → Massive Wachstumschance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879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11480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zu häuslicher Betreuung statt Pflegeheim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6451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57200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Fachkräftemangel in traditionellen Agenturen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Geschäftsmodell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 und nachhaltig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Mehrere Einnahmequellen: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27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18% Kommission pro Buchung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Verdient auf jede Vermittlung zwischen Kunde und Engel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7249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Premium Abos (€9,99/Monat)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für Senioren mit erweiterten Features und Priorität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221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B2B-Partnerschaften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mit Pflegeeinrichtungen und Versicherungen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931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Monatliche Betriebskosten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343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~€33.500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Produkt &amp; Technologie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Modernes Tech-Stack, einfache UX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</a:rPr>
              <a:t>Plattform-Features: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</a:rPr>
              <a:t>Intelligente Vermittlung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</a:rPr>
              <a:t>Sichere Kommunikation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</a:rPr>
              <a:t>Automatische Rechnungsstellung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449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</a:rPr>
              <a:t>Bewertungssystem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0"/>
                </a:solidFill>
              </a:rPr>
              <a:t>24/7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</a:rPr>
              <a:t>Technologie: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114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</a:rPr>
              <a:t>React Native (Expo)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434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</a:rPr>
              <a:t>Supabase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Plattformen: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754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</a:rPr>
              <a:t>iOS &amp; Android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91440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Zwei-Seiten-Marketplace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0" y="15544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A1612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SENIOREN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286000"/>
            <a:ext cx="1280160" cy="914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2514600"/>
            <a:ext cx="1280160" cy="6400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PLATTFORM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154680"/>
            <a:ext cx="91440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2" name="Shape 30"/>
          <p:cNvSpPr/>
          <p:nvPr/>
        </p:nvSpPr>
        <p:spPr>
          <a:xfrm>
            <a:off x="5303520" y="38404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A1612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526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</a:rPr>
              <a:t>Vorteile der Plattform: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Traktion &amp; Meilensteine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Entwicklungsstand und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Aktueller Stand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MVP entwickelt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zusammengestellt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Marktvalidierung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Partnerschaften in Planung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</a:rPr>
              <a:t>Nächste 12 Monate: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5819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Beta Launch • Erste Senioren onboarden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359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Beta in Frankfurt • Marketing ramp-up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31363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zu 2 Städten • Break-even path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886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39136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Vorbereitung • 5 Städte aktiv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Frühe Erfolgsmetriken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Registrierte Nutzer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Abgeschlossene Buchungen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8892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Durchschn. Rating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84632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0372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Wettbewerbsanalyse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Einzigartige Positionierung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</a:rPr>
              <a:t>Vorteile gegenüber Wettbewerbern: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Traditionelle Agenturen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9202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Plattform (schneller, transparenter)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24028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1945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Niedrigere Kosten durch Technologie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468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Bessere Nutzererfahrung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vs. Andere Startups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42900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3832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mit echter Pflegeerfahrung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0332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6576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auf §45b-Markt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977640"/>
            <a:ext cx="73152" cy="73152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Deutschland-zentriert (lokale Compliance)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4988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Einzigartige Position: Die einzige Plattform mit Fokus auf §45b-Finanzierung in Deutschland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Unser Team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Erfahrung, Leidenschaft und Komplementarität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Yusuf Ferhat Demir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Gründer &amp; Geschäftsführer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 &amp; Business Development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Mehmet Yilmaz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Developer, 32 Jahre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Laura Leeman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Teamleiterin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Pflegeerfahrung, Yoga-Zertifikat, EN/DE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Sophie Weber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Managerin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&amp; Growth, 26 Jahre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Anna Hoffmann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Assistenz &amp;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Kundenbetreuung, 24 Jahre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A161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7083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Gesamtes Teambudget: ~€16.000/Monat | Voll motiviert und an der Sache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Finanzplan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5-Jahres-Projektion mit ambitioniertem Wachstum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Jahr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€180K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-€222K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109728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Jahr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16002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€720K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4688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€78K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109728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2336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Jahr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16002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€1,8M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24688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€468K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6908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09728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Jahr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16002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€3,6M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0644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24688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36" name="Text 34"/>
          <p:cNvSpPr/>
          <p:nvPr/>
        </p:nvSpPr>
        <p:spPr>
          <a:xfrm>
            <a:off x="580644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€1,08M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0644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1097280"/>
            <a:ext cx="1645920" cy="2286000"/>
          </a:xfrm>
          <a:prstGeom prst="roundRect">
            <a:avLst>
              <a:gd name="adj" fmla="val 4444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0" y="1234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Jahr 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16002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€7,2M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43800" y="24688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</p:spPr>
      </p:sp>
      <p:sp>
        <p:nvSpPr>
          <p:cNvPr id="44" name="Text 42"/>
          <p:cNvSpPr/>
          <p:nvPr/>
        </p:nvSpPr>
        <p:spPr>
          <a:xfrm>
            <a:off x="754380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€2,52M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43800" y="3063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5661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1520" y="37033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Finanzielle Highlights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68680" y="409651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49" name="Text 47"/>
          <p:cNvSpPr/>
          <p:nvPr/>
        </p:nvSpPr>
        <p:spPr>
          <a:xfrm>
            <a:off x="118872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in Jahr 2 (€78K Netto)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8680" y="437083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1" name="Text 49"/>
          <p:cNvSpPr/>
          <p:nvPr/>
        </p:nvSpPr>
        <p:spPr>
          <a:xfrm>
            <a:off x="1188720" y="4297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 5: €7,2M Umsatz &amp; €2,52M Netto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" y="464515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3" name="Text 51"/>
          <p:cNvSpPr/>
          <p:nvPr/>
        </p:nvSpPr>
        <p:spPr>
          <a:xfrm>
            <a:off x="118872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Kumulative Profitabilität: €3,48M über 5 Jahre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68680" y="4919472"/>
            <a:ext cx="91440" cy="9144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5" name="Text 53"/>
          <p:cNvSpPr/>
          <p:nvPr/>
        </p:nvSpPr>
        <p:spPr>
          <a:xfrm>
            <a:off x="118872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 zur 40% Bruttomarge: Skalierung reduziert Akquisitionskosten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Investitionsrunde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D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€500.000 Seed Round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234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€500.000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</a:rPr>
              <a:t>Verwendung der Investition: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96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Gehälter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4963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 — €200K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36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Customer Acquisition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136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 — €150K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E4D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76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 &amp;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776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 — €75K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E4D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Betriebsausgaben &amp; Reserven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416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 — €75K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37083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 €500K werden wir 5 Millionen Euro Umsatz in 5 Jahren erreichen und 10.000+ Senioren helfen.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Lass uns zusammen die Altenpflege revolutionieren.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Herz für dich da.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Kontakt: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Yusuf Ferhat Demir (Gründer &amp; Geschäftsführer)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AlltagsEngel UG (haftungsbeschränkt)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Schiller Str. 31, 60313 Frankfurt am 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Email: info@alltagsengel.de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www.alltagsengel.de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402336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4069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Lasst uns ein Gespräch führen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2026-03-02T01:10:52Z</dcterms:created>
  <dcterms:modified xsi:type="dcterms:W3CDTF">2026-03-02T01:10:52Z</dcterms:modified>
</cp:coreProperties>
</file>