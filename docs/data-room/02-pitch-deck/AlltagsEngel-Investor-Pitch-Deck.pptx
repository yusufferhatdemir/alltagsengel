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</c:v>
                </c:pt>
              </c:strCache>
            </c:strRef>
          </c:tx>
          <c:spPr>
            <a:solidFill>
              <a:srgbClr val="C99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6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250000</c:v>
                </c:pt>
                <c:pt idx="1">
                  <c:v>1200000</c:v>
                </c:pt>
                <c:pt idx="2">
                  <c:v>4500000</c:v>
                </c:pt>
                <c:pt idx="3">
                  <c:v>11000000</c:v>
                </c:pt>
                <c:pt idx="4">
                  <c:v>22000000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6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5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2E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AlltagsEngel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D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Heart For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2025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 Million Care-Dependent People</a:t>
            </a:r>
            <a:endParaRPr lang="en-US" sz="4800" dirty="0"/>
          </a:p>
          <a:p>
            <a:pPr indent="0" marL="0">
              <a:buNone/>
            </a:pPr>
            <a:r>
              <a:rPr lang="en-US" sz="18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Germany with growing needs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3600" b="1" dirty="0">
                <a:solidFill>
                  <a:srgbClr val="D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 Billion+ Elder Care Market</a:t>
            </a:r>
            <a:endParaRPr lang="en-US" sz="4800" dirty="0"/>
          </a:p>
          <a:p>
            <a:pPr indent="0" marL="0">
              <a:buNone/>
            </a:pPr>
            <a:r>
              <a:rPr lang="en-US" sz="16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spending across Germany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3600" b="1" dirty="0">
                <a:solidFill>
                  <a:srgbClr val="D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€125/Month Unused Care Benefit</a:t>
            </a:r>
            <a:endParaRPr lang="en-US" sz="4800" dirty="0"/>
          </a:p>
          <a:p>
            <a:pPr indent="0" marL="0">
              <a:buNone/>
            </a:pPr>
            <a:r>
              <a:rPr lang="en-US" sz="16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care insurance benefit (§45b SGB XI)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AlltagsEngel: Premium Mobile Platform for Daily Companion Care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256032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Care-Dependent Users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vetted companions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via secure app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with care insurance (§45b)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 peace of mind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256032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Certified Companions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insured &amp; certified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on own schedule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+ commission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your client base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Care-Dependent Users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Profile  •  Browse Companions  •  Book &amp; Pay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Certified Companions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  •  Set Availability  •  Accept Bookings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matching powered by AI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§45b care insurance billing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 &amp; transparent pricing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availability across Germany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560320" cy="329184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€50B+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Elder Care Market in Germany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560320" cy="329184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€6B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37560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Daily Companion Market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280160"/>
            <a:ext cx="2560320" cy="329184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€500M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80760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 (5yr target)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Streams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256032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take rate on all bookings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volume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booking: €100-150/session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931920" cy="256032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Companion Subscriptions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€9.99/month companion premium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&amp; visibility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monthly revenue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Economics: Companion Earnings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 per 1-hour booking (after 18% commission) + €9.99/month subscription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Milestones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Ready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(iOS + Android) complete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8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 Q2 2025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100 users in Berlin &amp; Munich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8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Launched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media, influencer partnerships, PR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8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§45b SGB XI pre-approved by insurers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AlltagsEngel Wins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3017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AlltagsEngel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6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Agencies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E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insured companions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insurance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§45b care insurance billing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Out-of-pocket payment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matching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phone 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mobile availability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hours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pricing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margins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Strategy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347472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&amp; Digital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&amp; TikTok campaigns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influencers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Google ads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560320" cy="347472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insurers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care organizations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homes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188720"/>
            <a:ext cx="2560320" cy="347472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&amp; Media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192024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releases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wellness outlets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partnerships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C9963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 (2029)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26480" y="1600200"/>
            <a:ext cx="2560320" cy="288036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63640" y="1783080"/>
            <a:ext cx="22860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2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Companions</a:t>
            </a:r>
            <a:endParaRPr lang="en-US" sz="12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Bookings</a:t>
            </a:r>
            <a:endParaRPr lang="en-US" sz="12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150,000+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96012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44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Anna Müller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34416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healthcare tech, Ex-Berlin startup founder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96012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441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Marcus Schmidt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157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44144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care insurance expertise, Hospital management background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960120"/>
          </a:xfrm>
          <a:prstGeom prst="rect">
            <a:avLst/>
          </a:prstGeom>
          <a:solidFill>
            <a:srgbClr val="F7F2E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538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Elena Weber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8130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53872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specialist, Built 3 mobile apps with 500K+ users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828800" y="1188720"/>
            <a:ext cx="548640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BA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€500,000 Seed Round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solidFill>
            <a:srgbClr val="F7F2E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96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24963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€175K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F7F2E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992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9992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solidFill>
            <a:srgbClr val="F7F2E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02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Compliance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3502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€100K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F7F2E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05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4005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€75K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Change Care Together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AlltagsEngel - Investor Pitch Deck</dc:title>
  <dc:subject>PptxGenJS Presentation</dc:subject>
  <dc:creator>AlltagsEngel</dc:creator>
  <cp:lastModifiedBy>AlltagsEngel</cp:lastModifiedBy>
  <cp:revision>1</cp:revision>
  <dcterms:created xsi:type="dcterms:W3CDTF">2026-03-02T00:17:54Z</dcterms:created>
  <dcterms:modified xsi:type="dcterms:W3CDTF">2026-03-02T00:17:54Z</dcterms:modified>
</cp:coreProperties>
</file>