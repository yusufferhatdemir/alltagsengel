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Herz verbunden. Altenpflege neu gedacht.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Investoren-Pitch — März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Krise in der deutschen Altenpflege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2A2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4,96 Mio.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Pflegebedürftige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Deutschland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560320" cy="2011680"/>
          </a:xfrm>
          <a:prstGeom prst="rect">
            <a:avLst/>
          </a:prstGeom>
          <a:solidFill>
            <a:srgbClr val="2A2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€4,5 Mrd.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Ungenutzte Pflege-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pro Jahr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560320" cy="2011680"/>
          </a:xfrm>
          <a:prstGeom prst="rect">
            <a:avLst/>
          </a:prstGeom>
          <a:solidFill>
            <a:srgbClr val="2A2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§45b-Budgets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ungenutzt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 finden keine Begleiter. Begleiter finden keine Aufträge.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Versicherung zahlt — aber niemand verbindet die Punkte.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Lösung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PFLEGEBEDÜRFTIGE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Zertifizierte Begleiter in der Nähe finden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per App buchen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über §45b abgedeckt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Verifizierte Bewertungen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Sicherer Chat &amp; Terminplanung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ALLTAGSBEGLEITER (ENGEL)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Kontinuierlicher Kundenstrom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82% Vergütung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Voller Versicherungsschutz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 Verwaltung &amp; Abrechnung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Professionelles Profil &amp; Sichtbarkeit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 = Der Marktplatz, der die Lücke schließt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funktioniert's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74320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Herunterladen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Rolle wählen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274320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80160"/>
            <a:ext cx="1920240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KI-gestütztes Matching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den passenden Engel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920240" cy="274320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1920240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Buchen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 Buchung 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Echtzeit-Verfügbarkeit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280160"/>
            <a:ext cx="1920240" cy="274320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280160"/>
            <a:ext cx="1920240" cy="6400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Betreuen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Begleiter kommt.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Kasse zahlt.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 Zeit vom Download zur ersten Buchung: &lt; 15 Minuten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Marktchance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 Mrd.+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Gesamter deutscher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Altenpflegemarkt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2560320"/>
          </a:xfrm>
          <a:prstGeom prst="rect">
            <a:avLst/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€7,84 Mrd.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 adressierbares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Entlastungsbudget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25603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(J5)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 Mio.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Erreichbarer Markt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6,7% Durchdringung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Demografischer Rückenwind: </a:t>
            </a:r>
            <a:pPr algn="ctr" indent="0" marL="0">
              <a:buNone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4,96 Mio. Pflegebedürftige heute → 6,5 Mio. bis 2035 (+31% Wachstum)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€4,5 Milliarden liegen jedes Jahr auf dem Tisch — ungenutzt, weil der Markt kaputt ist.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jetzt? Der §45b-Vorteil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§45b SGB XI — Eingebauter Umsatzmotor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Anspruchsberechtigte erhält €131/Monat von der Pflegekasse — gesetzlich garantiert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Zuschuss. Ein Rechtsanspruch nach dem Sozialgesetzbuch.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 unantastbar — überparteilicher Konsens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 zahlt direkt — null Ausfallrisiko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€7,84 Mrd. Jahresbudget, nur 40% abgerufen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Plattformen können die restlichen 60% erschließen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 dir vor: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Uber, aber der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Staat zahlt die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Fahrt.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Jede. Einzelne. Fahrt.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Geschäftsmodell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Plattform-Provision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Buchung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(Durchschn. €20/Sitzung)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Begleiter-Abo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€9,99/Mo.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Premium-Funktionen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Sichtbarkeits-Boost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560320" cy="16459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Zukünftiges Premium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436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Express-Matching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Prioritäts-Support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Einheitsökonomie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4114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Kennzahl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Durchschn. Buchungswert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(18%)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Zahlungsabwicklung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-€0,54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Nettoumsatz/Buchung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Bruttomarge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029200" y="3017520"/>
            <a:ext cx="3840480" cy="182880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Umsatzrechnung (Jahr 5)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12080" y="34747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Nutzer × 4 Sitzungen/Mo. × €3,06 = 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 Mio.+ jährl. Provisionsumsatz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Begleiter × €9,99/Mo. × 12 = 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€600K Abo-Umsatz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Wettbewerbslandschaft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Dienste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Vereinbarungen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AlltagsEngel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Digitale Buchung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Eingeschränkt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 Plattform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§45b-Integration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Automatisiert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Qualitätssicherung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Verifiziert &amp; bewertet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Preistransparenz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Undurchsichtig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transparent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Verfügbarkeit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Geschäftszeiten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Echtzeit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Kassenabrechnung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Papierbasiert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 automatisiert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 Burggraben: Kassennatives Design + Netzwerkeffekte = Winner-takes-most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Traktion &amp; Meilensteine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ABGESCHLOSSEN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(Expo SDK 54)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Supabase-Backend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§45b-Compliance-Framework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Markenidentität &amp; Marketing-Assets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4-Wochen-Startkampagne fertig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2834640" cy="4572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Launch: Berlin &amp; München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Beta-Nutzer Ziel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zertifizierte Begleiter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Pflegekassen-Integration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Umsatz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834640" cy="4572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 Hamburg, Köln, Frankfurt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1.000+ aktive Nutzer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Partnerschaft mit Pflegekassen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v2.0 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Series-A-Vorbereitung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Go-To-Market-Strategie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&amp; Social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 &amp; TikTok-Kampagnen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(Pflege-Keywords)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gezielt (35-55 Demo)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SEO-optimierter Blog-Content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834640" cy="347472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834640" cy="4572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Partnerschaften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Pflegekassen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Seniorenorganisationen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Pflegeheime &amp; Kliniken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Kommunale Sozialdienste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834640" cy="3474720"/>
          </a:xfrm>
          <a:prstGeom prst="rect">
            <a:avLst/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97280"/>
            <a:ext cx="2834640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Lokales Botschafter-Programm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Empfehlungsboni für Begleiter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Wöchentl. Podcast &amp; Newsletter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 Regionalzeitungen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5-Jahres-Finanzprognose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53312"/>
                <a:gridCol w="1353312"/>
                <a:gridCol w="1353312"/>
                <a:gridCol w="1353312"/>
                <a:gridCol w="135331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Kennzahl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Nutzer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Begleiter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Monatl. Buchungen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Provisionsumsatz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€1,5 Mio.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€3,8 Mio.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Abo-Umsatz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Gesamtumsatz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€1,7 Mio.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€4,4 Mio.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Bruttomarge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Umsatzwachstum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977640"/>
            <a:ext cx="22444" cy="146304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3931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286000" y="4178808"/>
            <a:ext cx="187036" cy="146304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41330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0" y="4379976"/>
            <a:ext cx="748145" cy="146304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4334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0" y="4581144"/>
            <a:ext cx="2119745" cy="146304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12" name="Text 9"/>
          <p:cNvSpPr/>
          <p:nvPr/>
        </p:nvSpPr>
        <p:spPr>
          <a:xfrm>
            <a:off x="1828800" y="45354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86000" y="4782312"/>
            <a:ext cx="5486400" cy="14630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47365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45994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€4,4 Mio.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Einheitsökonomie im Detail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Kundenakquisitionskosten (CAC)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LTV/CAC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Netzwerkeffekte senken die CAC um 94%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Jahr 1 bis Jahr 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A1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Plattform-Schwungrad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164592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 Nutzer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↓ ziehen an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 Begleiter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↓ verbessern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Bessere Verfügbarkeit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↓ erzeugt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Höhere Zufriedenheit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↓ bewirkt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Organisches Wachstum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&amp; Gegenmaßnahmen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502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9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Gegenmaßnahme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Regulatorische Änderung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§45b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Politisch unantastbar.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Diversifikation in Privatleistungen.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Geringe anfängliche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Plattform-Adoption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Lokalisierte Launch-Strategie.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Partnerschaft mit Pflegekassen.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Engpass bei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Begleitern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 Vergütungsrate.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Zertifizierungs-Förderprogramm.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Traditionelle Dienste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digitalisieren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Monate Vorsprung.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2-seitiger Netzwerk-Burggraben.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280160"/>
            <a:ext cx="914400" cy="9144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Yusuf Cilcioglu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Gründer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Healthcare-Tech-Unternehmer.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Leidenschaft für Altenpflege.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Full-Stack-Produktentwicklung.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280160"/>
            <a:ext cx="914400" cy="9144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Technischer Mitgründer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(Einstellung)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&amp; Supabase.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Skalierbare Plattform-Architektur.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Healthcare-Datenschutz.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280160"/>
            <a:ext cx="914400" cy="91440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Operations-Leitung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(Einstellung)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Versicherungsbranche-Expertise.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§45b-Abrechnung &amp; Compliance.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Begleiter-Netzwerk-Aufbau.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 Angebot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€500.000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Seed-Runde — Pre-Launch-Bewertung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5120640" cy="3200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 Produkt &amp; Technik  (€175K)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4389120" cy="3200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Marketing &amp; Wachstum  (€150K)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926080" cy="3200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Operations &amp; Compliance  (€100K)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4251960"/>
            <a:ext cx="2194560" cy="3200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251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Betriebskapital  (€75K)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663440"/>
            <a:ext cx="2743200" cy="27432"/>
          </a:xfrm>
          <a:prstGeom prst="rect">
            <a:avLst/>
          </a:prstGeom>
          <a:solidFill>
            <a:srgbClr val="C9963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7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Herz für dich 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y.cilcioglu@googlemail.com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— Nur für autorisierte Empfänger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AlltagsEngel — Investoren Pitch Deck 2026</dc:title>
  <dc:subject>PptxGenJS Presentation</dc:subject>
  <dc:creator>AlltagsEngel</dc:creator>
  <cp:lastModifiedBy>AlltagsEngel</cp:lastModifiedBy>
  <cp:revision>1</cp:revision>
  <dcterms:created xsi:type="dcterms:W3CDTF">2026-03-02T01:53:56Z</dcterms:created>
  <dcterms:modified xsi:type="dcterms:W3CDTF">2026-03-02T01:53:56Z</dcterms:modified>
</cp:coreProperties>
</file>